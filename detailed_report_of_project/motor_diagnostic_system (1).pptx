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1" r:id="rId6"/>
    <p:sldId id="262" r:id="rId7"/>
    <p:sldId id="269" r:id="rId8"/>
    <p:sldId id="264" r:id="rId9"/>
    <p:sldId id="265" r:id="rId10"/>
    <p:sldId id="259" r:id="rId11"/>
    <p:sldId id="260" r:id="rId12"/>
    <p:sldId id="263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FB904-0726-8969-9A7A-683A7BC65F20}" v="23" dt="2026-04-29T06:49:29.715"/>
    <p1510:client id="{87D48AA7-FF0E-4A93-A591-14F36B041A25}" v="171" dt="2026-04-29T09:16:00.276"/>
    <p1510:client id="{BCA9E5DB-9C1A-FE41-DBFF-C96D5E00FD7F}" v="29" dt="2026-04-28T19:37:36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CA9E5DB-9C1A-FE41-DBFF-C96D5E00FD7F}"/>
    <pc:docChg chg="modSld">
      <pc:chgData name="Guest User" userId="" providerId="Windows Live" clId="Web-{BCA9E5DB-9C1A-FE41-DBFF-C96D5E00FD7F}" dt="2026-04-28T19:37:36.612" v="28" actId="1076"/>
      <pc:docMkLst>
        <pc:docMk/>
      </pc:docMkLst>
      <pc:sldChg chg="delSp modSp">
        <pc:chgData name="Guest User" userId="" providerId="Windows Live" clId="Web-{BCA9E5DB-9C1A-FE41-DBFF-C96D5E00FD7F}" dt="2026-04-28T19:37:36.612" v="28" actId="1076"/>
        <pc:sldMkLst>
          <pc:docMk/>
          <pc:sldMk cId="0" sldId="257"/>
        </pc:sldMkLst>
        <pc:spChg chg="mod">
          <ac:chgData name="Guest User" userId="" providerId="Windows Live" clId="Web-{BCA9E5DB-9C1A-FE41-DBFF-C96D5E00FD7F}" dt="2026-04-28T19:37:36.612" v="2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" providerId="Windows Live" clId="Web-{BCA9E5DB-9C1A-FE41-DBFF-C96D5E00FD7F}" dt="2026-04-28T19:37:00.703" v="26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" providerId="Windows Live" clId="Web-{BCA9E5DB-9C1A-FE41-DBFF-C96D5E00FD7F}" dt="2026-04-28T19:34:31.466" v="8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" providerId="Windows Live" clId="Web-{BCA9E5DB-9C1A-FE41-DBFF-C96D5E00FD7F}" dt="2026-04-28T19:36:34.702" v="24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est User" userId="" providerId="Windows Live" clId="Web-{BCA9E5DB-9C1A-FE41-DBFF-C96D5E00FD7F}" dt="2026-04-28T19:36:44.124" v="25" actId="14100"/>
          <ac:spMkLst>
            <pc:docMk/>
            <pc:sldMk cId="0" sldId="257"/>
            <ac:spMk id="8" creationId="{00000000-0000-0000-0000-000000000000}"/>
          </ac:spMkLst>
        </pc:spChg>
        <pc:spChg chg="del">
          <ac:chgData name="Guest User" userId="" providerId="Windows Live" clId="Web-{BCA9E5DB-9C1A-FE41-DBFF-C96D5E00FD7F}" dt="2026-04-28T19:34:06.278" v="0"/>
          <ac:spMkLst>
            <pc:docMk/>
            <pc:sldMk cId="0" sldId="257"/>
            <ac:spMk id="9" creationId="{00000000-0000-0000-0000-000000000000}"/>
          </ac:spMkLst>
        </pc:spChg>
        <pc:spChg chg="del">
          <ac:chgData name="Guest User" userId="" providerId="Windows Live" clId="Web-{BCA9E5DB-9C1A-FE41-DBFF-C96D5E00FD7F}" dt="2026-04-28T19:35:05.045" v="1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" providerId="Windows Live" clId="Web-{BCA9E5DB-9C1A-FE41-DBFF-C96D5E00FD7F}" dt="2026-04-28T19:34:15.685" v="6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" providerId="Windows Live" clId="Web-{BCA9E5DB-9C1A-FE41-DBFF-C96D5E00FD7F}" dt="2026-04-28T19:34:20.185" v="7" actId="20577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69" v="14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uest User" userId="" providerId="Windows Live" clId="Web-{BCA9E5DB-9C1A-FE41-DBFF-C96D5E00FD7F}" dt="2026-04-28T19:35:02.170" v="15"/>
          <ac:spMkLst>
            <pc:docMk/>
            <pc:sldMk cId="0" sldId="257"/>
            <ac:spMk id="14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69" v="13"/>
          <ac:spMkLst>
            <pc:docMk/>
            <pc:sldMk cId="0" sldId="257"/>
            <ac:spMk id="15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69" v="12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54" v="11"/>
          <ac:spMkLst>
            <pc:docMk/>
            <pc:sldMk cId="0" sldId="257"/>
            <ac:spMk id="17" creationId="{00000000-0000-0000-0000-000000000000}"/>
          </ac:spMkLst>
        </pc:spChg>
        <pc:spChg chg="del">
          <ac:chgData name="Guest User" userId="" providerId="Windows Live" clId="Web-{BCA9E5DB-9C1A-FE41-DBFF-C96D5E00FD7F}" dt="2026-04-28T19:35:07.201" v="17"/>
          <ac:spMkLst>
            <pc:docMk/>
            <pc:sldMk cId="0" sldId="257"/>
            <ac:spMk id="18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54" v="10"/>
          <ac:spMkLst>
            <pc:docMk/>
            <pc:sldMk cId="0" sldId="257"/>
            <ac:spMk id="19" creationId="{00000000-0000-0000-0000-000000000000}"/>
          </ac:spMkLst>
        </pc:spChg>
        <pc:spChg chg="del">
          <ac:chgData name="Guest User" userId="" providerId="Windows Live" clId="Web-{BCA9E5DB-9C1A-FE41-DBFF-C96D5E00FD7F}" dt="2026-04-28T19:34:35.654" v="9"/>
          <ac:spMkLst>
            <pc:docMk/>
            <pc:sldMk cId="0" sldId="257"/>
            <ac:spMk id="20" creationId="{00000000-0000-0000-0000-000000000000}"/>
          </ac:spMkLst>
        </pc:spChg>
      </pc:sldChg>
    </pc:docChg>
  </pc:docChgLst>
  <pc:docChgLst>
    <pc:chgData name="Guest User" providerId="Windows Live" clId="Web-{87D48AA7-FF0E-4A93-A591-14F36B041A25}"/>
    <pc:docChg chg="addSld delSld modSld sldOrd">
      <pc:chgData name="Guest User" userId="" providerId="Windows Live" clId="Web-{87D48AA7-FF0E-4A93-A591-14F36B041A25}" dt="2026-04-29T09:16:00.276" v="171" actId="14100"/>
      <pc:docMkLst>
        <pc:docMk/>
      </pc:docMkLst>
      <pc:sldChg chg="ord">
        <pc:chgData name="Guest User" userId="" providerId="Windows Live" clId="Web-{87D48AA7-FF0E-4A93-A591-14F36B041A25}" dt="2026-04-29T08:56:19.177" v="97"/>
        <pc:sldMkLst>
          <pc:docMk/>
          <pc:sldMk cId="0" sldId="261"/>
        </pc:sldMkLst>
      </pc:sldChg>
      <pc:sldChg chg="addSp delSp modSp">
        <pc:chgData name="Guest User" userId="" providerId="Windows Live" clId="Web-{87D48AA7-FF0E-4A93-A591-14F36B041A25}" dt="2026-04-29T09:16:00.276" v="171" actId="14100"/>
        <pc:sldMkLst>
          <pc:docMk/>
          <pc:sldMk cId="0" sldId="262"/>
        </pc:sldMkLst>
        <pc:spChg chg="mod">
          <ac:chgData name="Guest User" userId="" providerId="Windows Live" clId="Web-{87D48AA7-FF0E-4A93-A591-14F36B041A25}" dt="2026-04-29T09:13:42.999" v="130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uest User" userId="" providerId="Windows Live" clId="Web-{87D48AA7-FF0E-4A93-A591-14F36B041A25}" dt="2026-04-29T09:13:58.079" v="137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Guest User" userId="" providerId="Windows Live" clId="Web-{87D48AA7-FF0E-4A93-A591-14F36B041A25}" dt="2026-04-29T09:14:12.345" v="142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Guest User" userId="" providerId="Windows Live" clId="Web-{87D48AA7-FF0E-4A93-A591-14F36B041A25}" dt="2026-04-29T09:01:46.245" v="107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Guest User" userId="" providerId="Windows Live" clId="Web-{87D48AA7-FF0E-4A93-A591-14F36B041A25}" dt="2026-04-29T09:14:21.190" v="150" actId="20577"/>
          <ac:spMkLst>
            <pc:docMk/>
            <pc:sldMk cId="0" sldId="262"/>
            <ac:spMk id="25" creationId="{00000000-0000-0000-0000-000000000000}"/>
          </ac:spMkLst>
        </pc:spChg>
        <pc:graphicFrameChg chg="del">
          <ac:chgData name="Guest User" userId="" providerId="Windows Live" clId="Web-{87D48AA7-FF0E-4A93-A591-14F36B041A25}" dt="2026-04-29T08:46:00.598" v="66"/>
          <ac:graphicFrameMkLst>
            <pc:docMk/>
            <pc:sldMk cId="0" sldId="262"/>
            <ac:graphicFrameMk id="7" creationId="{00000000-0000-0000-0000-000000000000}"/>
          </ac:graphicFrameMkLst>
        </pc:graphicFrameChg>
        <pc:picChg chg="add del mod">
          <ac:chgData name="Guest User" userId="" providerId="Windows Live" clId="Web-{87D48AA7-FF0E-4A93-A591-14F36B041A25}" dt="2026-04-29T09:14:58.849" v="156"/>
          <ac:picMkLst>
            <pc:docMk/>
            <pc:sldMk cId="0" sldId="262"/>
            <ac:picMk id="28" creationId="{033D8910-BC5D-E4C6-6C14-20353FCE0C13}"/>
          </ac:picMkLst>
        </pc:picChg>
        <pc:picChg chg="add mod">
          <ac:chgData name="Guest User" userId="" providerId="Windows Live" clId="Web-{87D48AA7-FF0E-4A93-A591-14F36B041A25}" dt="2026-04-29T09:16:00.276" v="171" actId="14100"/>
          <ac:picMkLst>
            <pc:docMk/>
            <pc:sldMk cId="0" sldId="262"/>
            <ac:picMk id="30" creationId="{36D82A8C-8E55-C43D-2196-DD7A43521427}"/>
          </ac:picMkLst>
        </pc:picChg>
      </pc:sldChg>
      <pc:sldChg chg="addSp delSp modSp">
        <pc:chgData name="Guest User" userId="" providerId="Windows Live" clId="Web-{87D48AA7-FF0E-4A93-A591-14F36B041A25}" dt="2026-04-29T08:44:11.359" v="65" actId="14100"/>
        <pc:sldMkLst>
          <pc:docMk/>
          <pc:sldMk cId="0" sldId="264"/>
        </pc:sldMkLst>
        <pc:spChg chg="add del">
          <ac:chgData name="Guest User" userId="" providerId="Windows Live" clId="Web-{87D48AA7-FF0E-4A93-A591-14F36B041A25}" dt="2026-04-29T08:41:59.288" v="37"/>
          <ac:spMkLst>
            <pc:docMk/>
            <pc:sldMk cId="0" sldId="264"/>
            <ac:spMk id="8" creationId="{00000000-0000-0000-0000-000000000000}"/>
          </ac:spMkLst>
        </pc:spChg>
        <pc:spChg chg="add del">
          <ac:chgData name="Guest User" userId="" providerId="Windows Live" clId="Web-{87D48AA7-FF0E-4A93-A591-14F36B041A25}" dt="2026-04-29T08:41:54.037" v="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Guest User" userId="" providerId="Windows Live" clId="Web-{87D48AA7-FF0E-4A93-A591-14F36B041A25}" dt="2026-04-29T08:43:30.732" v="58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Guest User" userId="" providerId="Windows Live" clId="Web-{87D48AA7-FF0E-4A93-A591-14F36B041A25}" dt="2026-04-29T08:43:18.684" v="53" actId="1076"/>
          <ac:spMkLst>
            <pc:docMk/>
            <pc:sldMk cId="0" sldId="264"/>
            <ac:spMk id="11" creationId="{00000000-0000-0000-0000-000000000000}"/>
          </ac:spMkLst>
        </pc:spChg>
        <pc:spChg chg="add del">
          <ac:chgData name="Guest User" userId="" providerId="Windows Live" clId="Web-{87D48AA7-FF0E-4A93-A591-14F36B041A25}" dt="2026-04-29T08:43:13.840" v="51"/>
          <ac:spMkLst>
            <pc:docMk/>
            <pc:sldMk cId="0" sldId="264"/>
            <ac:spMk id="12" creationId="{00000000-0000-0000-0000-000000000000}"/>
          </ac:spMkLst>
        </pc:spChg>
        <pc:spChg chg="add del">
          <ac:chgData name="Guest User" userId="" providerId="Windows Live" clId="Web-{87D48AA7-FF0E-4A93-A591-14F36B041A25}" dt="2026-04-29T08:43:13.840" v="5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Guest User" userId="" providerId="Windows Live" clId="Web-{87D48AA7-FF0E-4A93-A591-14F36B041A25}" dt="2026-04-29T08:43:29.013" v="57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Guest User" userId="" providerId="Windows Live" clId="Web-{87D48AA7-FF0E-4A93-A591-14F36B041A25}" dt="2026-04-29T08:41:39.724" v="23" actId="14100"/>
          <ac:spMkLst>
            <pc:docMk/>
            <pc:sldMk cId="0" sldId="264"/>
            <ac:spMk id="15" creationId="{00000000-0000-0000-0000-000000000000}"/>
          </ac:spMkLst>
        </pc:spChg>
        <pc:spChg chg="add del">
          <ac:chgData name="Guest User" userId="" providerId="Windows Live" clId="Web-{87D48AA7-FF0E-4A93-A591-14F36B041A25}" dt="2026-04-29T08:43:13.840" v="49"/>
          <ac:spMkLst>
            <pc:docMk/>
            <pc:sldMk cId="0" sldId="264"/>
            <ac:spMk id="16" creationId="{00000000-0000-0000-0000-000000000000}"/>
          </ac:spMkLst>
        </pc:spChg>
        <pc:spChg chg="add del">
          <ac:chgData name="Guest User" userId="" providerId="Windows Live" clId="Web-{87D48AA7-FF0E-4A93-A591-14F36B041A25}" dt="2026-04-29T08:43:13.840" v="4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Guest User" userId="" providerId="Windows Live" clId="Web-{87D48AA7-FF0E-4A93-A591-14F36B041A25}" dt="2026-04-29T08:43:32.325" v="59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Guest User" userId="" providerId="Windows Live" clId="Web-{87D48AA7-FF0E-4A93-A591-14F36B041A25}" dt="2026-04-29T08:43:23.825" v="55" actId="1076"/>
          <ac:spMkLst>
            <pc:docMk/>
            <pc:sldMk cId="0" sldId="264"/>
            <ac:spMk id="19" creationId="{00000000-0000-0000-0000-000000000000}"/>
          </ac:spMkLst>
        </pc:spChg>
        <pc:spChg chg="add del">
          <ac:chgData name="Guest User" userId="" providerId="Windows Live" clId="Web-{87D48AA7-FF0E-4A93-A591-14F36B041A25}" dt="2026-04-29T08:43:13.840" v="47"/>
          <ac:spMkLst>
            <pc:docMk/>
            <pc:sldMk cId="0" sldId="264"/>
            <ac:spMk id="20" creationId="{00000000-0000-0000-0000-000000000000}"/>
          </ac:spMkLst>
        </pc:spChg>
        <pc:spChg chg="del">
          <ac:chgData name="Guest User" userId="" providerId="Windows Live" clId="Web-{87D48AA7-FF0E-4A93-A591-14F36B041A25}" dt="2026-04-29T08:43:13.840" v="46"/>
          <ac:spMkLst>
            <pc:docMk/>
            <pc:sldMk cId="0" sldId="264"/>
            <ac:spMk id="21" creationId="{00000000-0000-0000-0000-000000000000}"/>
          </ac:spMkLst>
        </pc:spChg>
        <pc:graphicFrameChg chg="add del mod">
          <ac:chgData name="Guest User" userId="" providerId="Windows Live" clId="Web-{87D48AA7-FF0E-4A93-A591-14F36B041A25}" dt="2026-04-29T08:41:44.161" v="35"/>
          <ac:graphicFrameMkLst>
            <pc:docMk/>
            <pc:sldMk cId="0" sldId="264"/>
            <ac:graphicFrameMk id="7" creationId="{00000000-0000-0000-0000-000000000000}"/>
          </ac:graphicFrameMkLst>
        </pc:graphicFrameChg>
        <pc:picChg chg="add mod">
          <ac:chgData name="Guest User" userId="" providerId="Windows Live" clId="Web-{87D48AA7-FF0E-4A93-A591-14F36B041A25}" dt="2026-04-29T08:44:11.359" v="65" actId="14100"/>
          <ac:picMkLst>
            <pc:docMk/>
            <pc:sldMk cId="0" sldId="264"/>
            <ac:picMk id="22" creationId="{9943F1AE-8972-88C0-B5AE-92FF6A6ADDBB}"/>
          </ac:picMkLst>
        </pc:picChg>
      </pc:sldChg>
      <pc:sldChg chg="addSp delSp modSp new mod setBg">
        <pc:chgData name="Guest User" userId="" providerId="Windows Live" clId="Web-{87D48AA7-FF0E-4A93-A591-14F36B041A25}" dt="2026-04-29T08:50:29.199" v="85" actId="14100"/>
        <pc:sldMkLst>
          <pc:docMk/>
          <pc:sldMk cId="1603154724" sldId="268"/>
        </pc:sldMkLst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7" creationId="{F3060C83-F051-4F0E-ABAD-AA0DFC48B218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9" creationId="{83C98ABE-055B-441F-B07E-44F97F083C39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11" creationId="{29FDB030-9B49-4CED-8CCD-4D99382388AC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13" creationId="{3783CA14-24A1-485C-8B30-D6A5D87987AD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15" creationId="{9A97C86A-04D6-40F7-AE84-31AB43E6A846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17" creationId="{FF9F2414-84E8-453E-B1F3-389FDE8192D9}"/>
          </ac:spMkLst>
        </pc:spChg>
        <pc:spChg chg="add del">
          <ac:chgData name="Guest User" userId="" providerId="Windows Live" clId="Web-{87D48AA7-FF0E-4A93-A591-14F36B041A25}" dt="2026-04-29T08:49:41.276" v="76"/>
          <ac:spMkLst>
            <pc:docMk/>
            <pc:sldMk cId="1603154724" sldId="268"/>
            <ac:spMk id="19" creationId="{3ECA69A1-7536-43AC-85EF-C7106179F5ED}"/>
          </ac:spMkLst>
        </pc:spChg>
        <pc:spChg chg="add del">
          <ac:chgData name="Guest User" userId="" providerId="Windows Live" clId="Web-{87D48AA7-FF0E-4A93-A591-14F36B041A25}" dt="2026-04-29T08:49:51.089" v="78"/>
          <ac:spMkLst>
            <pc:docMk/>
            <pc:sldMk cId="1603154724" sldId="268"/>
            <ac:spMk id="21" creationId="{32BC26D8-82FB-445E-AA49-62A77D7C1EE0}"/>
          </ac:spMkLst>
        </pc:spChg>
        <pc:spChg chg="add del">
          <ac:chgData name="Guest User" userId="" providerId="Windows Live" clId="Web-{87D48AA7-FF0E-4A93-A591-14F36B041A25}" dt="2026-04-29T08:49:51.089" v="78"/>
          <ac:spMkLst>
            <pc:docMk/>
            <pc:sldMk cId="1603154724" sldId="268"/>
            <ac:spMk id="22" creationId="{CB44330D-EA18-4254-AA95-EB49948539B8}"/>
          </ac:spMkLst>
        </pc:spChg>
        <pc:spChg chg="add">
          <ac:chgData name="Guest User" userId="" providerId="Windows Live" clId="Web-{87D48AA7-FF0E-4A93-A591-14F36B041A25}" dt="2026-04-29T08:49:51.089" v="79"/>
          <ac:spMkLst>
            <pc:docMk/>
            <pc:sldMk cId="1603154724" sldId="268"/>
            <ac:spMk id="24" creationId="{86FF76B9-219D-4469-AF87-0236D29032F1}"/>
          </ac:spMkLst>
        </pc:spChg>
        <pc:spChg chg="add">
          <ac:chgData name="Guest User" userId="" providerId="Windows Live" clId="Web-{87D48AA7-FF0E-4A93-A591-14F36B041A25}" dt="2026-04-29T08:49:51.089" v="79"/>
          <ac:spMkLst>
            <pc:docMk/>
            <pc:sldMk cId="1603154724" sldId="268"/>
            <ac:spMk id="27" creationId="{2E80C965-DB6D-4F81-9E9E-B027384D0BD6}"/>
          </ac:spMkLst>
        </pc:spChg>
        <pc:spChg chg="add">
          <ac:chgData name="Guest User" userId="" providerId="Windows Live" clId="Web-{87D48AA7-FF0E-4A93-A591-14F36B041A25}" dt="2026-04-29T08:49:51.089" v="79"/>
          <ac:spMkLst>
            <pc:docMk/>
            <pc:sldMk cId="1603154724" sldId="268"/>
            <ac:spMk id="28" creationId="{633C5E46-DAC5-4661-9C87-22B08E2A512F}"/>
          </ac:spMkLst>
        </pc:spChg>
        <pc:grpChg chg="add">
          <ac:chgData name="Guest User" userId="" providerId="Windows Live" clId="Web-{87D48AA7-FF0E-4A93-A591-14F36B041A25}" dt="2026-04-29T08:49:51.089" v="79"/>
          <ac:grpSpMkLst>
            <pc:docMk/>
            <pc:sldMk cId="1603154724" sldId="268"/>
            <ac:grpSpMk id="25" creationId="{DB88BD78-87E1-424D-B479-C37D8E41B12E}"/>
          </ac:grpSpMkLst>
        </pc:grpChg>
        <pc:picChg chg="add mod">
          <ac:chgData name="Guest User" userId="" providerId="Windows Live" clId="Web-{87D48AA7-FF0E-4A93-A591-14F36B041A25}" dt="2026-04-29T08:50:29.199" v="85" actId="14100"/>
          <ac:picMkLst>
            <pc:docMk/>
            <pc:sldMk cId="1603154724" sldId="268"/>
            <ac:picMk id="2" creationId="{0683C7DC-8D9C-ABB5-F9E0-48A3657C349E}"/>
          </ac:picMkLst>
        </pc:picChg>
      </pc:sldChg>
      <pc:sldChg chg="addSp delSp modSp new mod setBg">
        <pc:chgData name="Guest User" userId="" providerId="Windows Live" clId="Web-{87D48AA7-FF0E-4A93-A591-14F36B041A25}" dt="2026-04-29T09:15:47.494" v="169" actId="14100"/>
        <pc:sldMkLst>
          <pc:docMk/>
          <pc:sldMk cId="587583880" sldId="269"/>
        </pc:sldMkLst>
        <pc:spChg chg="add">
          <ac:chgData name="Guest User" userId="" providerId="Windows Live" clId="Web-{87D48AA7-FF0E-4A93-A591-14F36B041A25}" dt="2026-04-29T09:09:38.614" v="112"/>
          <ac:spMkLst>
            <pc:docMk/>
            <pc:sldMk cId="587583880" sldId="269"/>
            <ac:spMk id="8" creationId="{5D1D4658-32CD-4903-BDA6-7B54EEA4ED6F}"/>
          </ac:spMkLst>
        </pc:spChg>
        <pc:spChg chg="add">
          <ac:chgData name="Guest User" userId="" providerId="Windows Live" clId="Web-{87D48AA7-FF0E-4A93-A591-14F36B041A25}" dt="2026-04-29T09:09:38.614" v="112"/>
          <ac:spMkLst>
            <pc:docMk/>
            <pc:sldMk cId="587583880" sldId="269"/>
            <ac:spMk id="10" creationId="{7A29A97C-0C3C-4F06-9CA4-68DFD1CE4039}"/>
          </ac:spMkLst>
        </pc:spChg>
        <pc:spChg chg="add">
          <ac:chgData name="Guest User" userId="" providerId="Windows Live" clId="Web-{87D48AA7-FF0E-4A93-A591-14F36B041A25}" dt="2026-04-29T09:09:38.614" v="112"/>
          <ac:spMkLst>
            <pc:docMk/>
            <pc:sldMk cId="587583880" sldId="269"/>
            <ac:spMk id="12" creationId="{801292C1-8B12-4AF2-9B59-8851A132E5E2}"/>
          </ac:spMkLst>
        </pc:spChg>
        <pc:picChg chg="add del mod">
          <ac:chgData name="Guest User" userId="" providerId="Windows Live" clId="Web-{87D48AA7-FF0E-4A93-A591-14F36B041A25}" dt="2026-04-29T09:15:23.711" v="162"/>
          <ac:picMkLst>
            <pc:docMk/>
            <pc:sldMk cId="587583880" sldId="269"/>
            <ac:picMk id="2" creationId="{A13A6061-B84B-F620-3DF3-AD569E83B57A}"/>
          </ac:picMkLst>
        </pc:picChg>
        <pc:picChg chg="add mod">
          <ac:chgData name="Guest User" userId="" providerId="Windows Live" clId="Web-{87D48AA7-FF0E-4A93-A591-14F36B041A25}" dt="2026-04-29T09:10:01.599" v="117" actId="1076"/>
          <ac:picMkLst>
            <pc:docMk/>
            <pc:sldMk cId="587583880" sldId="269"/>
            <ac:picMk id="3" creationId="{C253BE5D-A558-7CCF-7C3F-0BC217089616}"/>
          </ac:picMkLst>
        </pc:picChg>
        <pc:picChg chg="add mod">
          <ac:chgData name="Guest User" userId="" providerId="Windows Live" clId="Web-{87D48AA7-FF0E-4A93-A591-14F36B041A25}" dt="2026-04-29T09:15:47.494" v="169" actId="14100"/>
          <ac:picMkLst>
            <pc:docMk/>
            <pc:sldMk cId="587583880" sldId="269"/>
            <ac:picMk id="4" creationId="{07B96248-9E2A-476E-D5E6-86A01DCD9003}"/>
          </ac:picMkLst>
        </pc:picChg>
      </pc:sldChg>
      <pc:sldChg chg="add del replId">
        <pc:chgData name="Guest User" userId="" providerId="Windows Live" clId="Web-{87D48AA7-FF0E-4A93-A591-14F36B041A25}" dt="2026-04-29T08:56:19.224" v="98"/>
        <pc:sldMkLst>
          <pc:docMk/>
          <pc:sldMk cId="3971692631" sldId="270"/>
        </pc:sldMkLst>
      </pc:sldChg>
    </pc:docChg>
  </pc:docChgLst>
  <pc:docChgLst>
    <pc:chgData name="Guest User" providerId="Windows Live" clId="Web-{688FB904-0726-8969-9A7A-683A7BC65F20}"/>
    <pc:docChg chg="modSld">
      <pc:chgData name="Guest User" userId="" providerId="Windows Live" clId="Web-{688FB904-0726-8969-9A7A-683A7BC65F20}" dt="2026-04-29T06:49:29.715" v="21"/>
      <pc:docMkLst>
        <pc:docMk/>
      </pc:docMkLst>
      <pc:sldChg chg="addSp delSp modSp">
        <pc:chgData name="Guest User" userId="" providerId="Windows Live" clId="Web-{688FB904-0726-8969-9A7A-683A7BC65F20}" dt="2026-04-29T06:49:29.715" v="21"/>
        <pc:sldMkLst>
          <pc:docMk/>
          <pc:sldMk cId="0" sldId="262"/>
        </pc:sldMkLst>
        <pc:spChg chg="mod">
          <ac:chgData name="Guest User" userId="" providerId="Windows Live" clId="Web-{688FB904-0726-8969-9A7A-683A7BC65F20}" dt="2026-04-29T06:49:28.387" v="18" actId="1076"/>
          <ac:spMkLst>
            <pc:docMk/>
            <pc:sldMk cId="0" sldId="262"/>
            <ac:spMk id="5" creationId="{00000000-0000-0000-0000-000000000000}"/>
          </ac:spMkLst>
        </pc:spChg>
        <pc:graphicFrameChg chg="add del">
          <ac:chgData name="Guest User" userId="" providerId="Windows Live" clId="Web-{688FB904-0726-8969-9A7A-683A7BC65F20}" dt="2026-04-29T06:49:29.231" v="19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add del">
          <ac:chgData name="Guest User" userId="" providerId="Windows Live" clId="Web-{688FB904-0726-8969-9A7A-683A7BC65F20}" dt="2026-04-29T06:49:29.715" v="21"/>
          <ac:graphicFrameMkLst>
            <pc:docMk/>
            <pc:sldMk cId="0" sldId="262"/>
            <ac:graphicFrameMk id="28" creationId="{D440F14B-32F4-D1DB-1E66-339E9AF0DB21}"/>
          </ac:graphicFrameMkLst>
        </pc:graphicFrameChg>
        <pc:picChg chg="add del mod">
          <ac:chgData name="Guest User" userId="" providerId="Windows Live" clId="Web-{688FB904-0726-8969-9A7A-683A7BC65F20}" dt="2026-04-29T06:49:27.981" v="15"/>
          <ac:picMkLst>
            <pc:docMk/>
            <pc:sldMk cId="0" sldId="262"/>
            <ac:picMk id="29" creationId="{0E2ECB74-FC74-9BF2-5017-3ADB4B4426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3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&amp;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Diagnostic System</a:t>
            </a:r>
            <a:endParaRPr lang="en-US" sz="380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786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Based Real-Time Anomaly Detection Approach for Predictive Maintenance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·  FastAPI  ·  Streamlit  ·  Plotly.js  ·  Statistical Z-Score Engine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Second Year Minor Project  |  Department of Mechanical Engineering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ABSTRACT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707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289545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system design, methodology, and impact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7986562" y="4806215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2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818374"/>
            <a:ext cx="8317830" cy="2545479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65558"/>
            <a:ext cx="8002202" cy="2652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real-time predictive maintenance system for industrial motors using statistical vibration analysis, minimizing unplanned downtime through early-stage fault detection.
</a:t>
            </a: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
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 microcontroller equipped with an MPU-6050 IMU continuously streams tri-axial acceleration data. A FastAPI backend ingests the data, applies Z-Score normalization against a calibrated baseline, and flags statistically significant deviations as mechanical anomalies.
</a:t>
            </a: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
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zero-training-required, computationally lightweight diagnostic engine deployable across heterogeneous industrial machinery with a single 1000-sample calibration phase.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788152" y="168923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b="1">
              <a:solidFill>
                <a:srgbClr val="0D9488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88152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PROBLEM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 cost of reactive maintenance paradigms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3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83210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0020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!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371600" y="1527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371600" y="18562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are serviced only after failure occurs, resulting in costly unplanned downtime and potential safety hazards in production environments.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83210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8892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~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371600" y="2715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Over-Maintenance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371600" y="30449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schedules lead to unnecessary component replacements, wasting resources on parts that remain within acceptable operating parameters.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83210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97764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?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Insight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371600" y="42336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lack continuous visibility into machine health metrics, making early-stage fault signatures (vibration shift, bearing wear onset) undetectable.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0683C7DC-8D9C-ABB5-F9E0-48A3657C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7" y="489425"/>
            <a:ext cx="8847013" cy="42349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15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MATHEMATICS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statistical anomaly detection — step-by-step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6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64008" cy="16002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Baseline Mean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94360" y="1984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(1/N) · Σ |xᵢ|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population mean of N = 1000 absolute vibration readings per axis during a verified healthy operational state.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17320"/>
            <a:ext cx="6400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Standard Deviation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029200" y="1984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√( (1/N) · Σ (|xᵢ| − μ)² )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population standard deviation, representing the expected spread of healthy vibration amplitudes around μ.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5468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9436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Z-Score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9436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(|x| − μ) / σ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incoming live reading, compute Z — the number of standard deviations the reading lies from the calibrated baseline mean.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46320" y="315468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54680"/>
            <a:ext cx="64008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Decision Rule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02920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|Z| &gt; 3  →  ANOMALY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5029200" y="4069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3-Sigma Empirical Rule. Readings beyond ±3σ have &lt; 0.3% probability of occurrence under normal conditions, flagging a fault.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THEORY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 — 3-Sigma Boundary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basis of the anomaly threshold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7 / 12</a:t>
            </a:r>
            <a:endParaRPr lang="en-US" sz="900"/>
          </a:p>
        </p:txBody>
      </p:sp>
      <p:sp>
        <p:nvSpPr>
          <p:cNvPr id="8" name="Shape 5"/>
          <p:cNvSpPr/>
          <p:nvPr/>
        </p:nvSpPr>
        <p:spPr>
          <a:xfrm>
            <a:off x="5897880" y="1417320"/>
            <a:ext cx="30175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7880" y="141732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472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/>
              </a:rPr>
              <a:t>|z|&lt;1</a:t>
            </a:r>
            <a:endParaRPr lang="en-US" sz="1300" b="1" dirty="0">
              <a:solidFill>
                <a:srgbClr val="0D9488"/>
              </a:solidFill>
              <a:latin typeface="Consola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40880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68.27%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053328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 — expected variance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5897880" y="2267712"/>
            <a:ext cx="30175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2267712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/>
              </a:rPr>
              <a:t>|z|&lt;2</a:t>
            </a:r>
            <a:endParaRPr lang="en-US" sz="1300" b="1" dirty="0">
              <a:solidFill>
                <a:srgbClr val="D97706"/>
              </a:solidFill>
              <a:latin typeface="Consola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40880" y="23225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95.45%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6053328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— monitor more closely</a:t>
            </a:r>
            <a:endParaRPr lang="en-US" sz="1000"/>
          </a:p>
        </p:txBody>
      </p:sp>
      <p:sp>
        <p:nvSpPr>
          <p:cNvPr id="18" name="Shape 15"/>
          <p:cNvSpPr/>
          <p:nvPr/>
        </p:nvSpPr>
        <p:spPr>
          <a:xfrm>
            <a:off x="5897880" y="3118104"/>
            <a:ext cx="30175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97880" y="3118104"/>
            <a:ext cx="64008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72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9669"/>
                </a:solidFill>
                <a:latin typeface="Consolas"/>
              </a:rPr>
              <a:t>|z|&lt;3</a:t>
            </a:r>
            <a:endParaRPr lang="en-US" sz="1300" b="1" dirty="0">
              <a:solidFill>
                <a:srgbClr val="059669"/>
              </a:solidFill>
              <a:latin typeface="Consola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40880" y="3172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99.73%</a:t>
            </a:r>
            <a:endParaRPr lang="en-US" sz="1300"/>
          </a:p>
        </p:txBody>
      </p:sp>
      <p:sp>
        <p:nvSpPr>
          <p:cNvPr id="22" name="Text 19"/>
          <p:cNvSpPr/>
          <p:nvPr/>
        </p:nvSpPr>
        <p:spPr>
          <a:xfrm>
            <a:off x="6053328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boundary — 3σ threshold applied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5890051" y="3968496"/>
            <a:ext cx="30175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97880" y="3968496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3328" y="408599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0000"/>
                </a:solidFill>
                <a:latin typeface="Consolas"/>
                <a:ea typeface="Consolas" pitchFamily="34" charset="-122"/>
                <a:cs typeface="Consolas" pitchFamily="34" charset="-120"/>
              </a:rPr>
              <a:t>|z|&gt;3</a:t>
            </a:r>
          </a:p>
          <a:p>
            <a:pPr marL="0" indent="0">
              <a:buNone/>
            </a:pPr>
            <a:endParaRPr lang="en-US" sz="1300" b="1" dirty="0">
              <a:solidFill>
                <a:srgbClr val="DC2626"/>
              </a:solidFill>
              <a:latin typeface="Consola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040880" y="4023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0.27%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6053328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— statistically improbable under normal operation</a:t>
            </a:r>
            <a:endParaRPr lang="en-US" sz="1000"/>
          </a:p>
        </p:txBody>
      </p:sp>
      <p:pic>
        <p:nvPicPr>
          <p:cNvPr id="30" name="Picture 29" descr="A diagram of values and values&#10;&#10;AI-generated content may be incorrect.">
            <a:extLst>
              <a:ext uri="{FF2B5EF4-FFF2-40B4-BE49-F238E27FC236}">
                <a16:creationId xmlns:a16="http://schemas.microsoft.com/office/drawing/2014/main" id="{36D82A8C-8E55-C43D-2196-DD7A4352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88" y="1419852"/>
            <a:ext cx="5319423" cy="3602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1D4658-32CD-4903-BDA6-7B54EEA4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7A29A97C-0C3C-4F06-9CA4-68DFD1CE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18164" y="737421"/>
            <a:ext cx="6225834" cy="4406079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1292C1-8B12-4AF2-9B59-8851A132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025" y="270017"/>
            <a:ext cx="4007104" cy="3339876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C253BE5D-A558-7CCF-7C3F-0BC217089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85" y="1573215"/>
            <a:ext cx="2726690" cy="1101961"/>
          </a:xfrm>
          <a:prstGeom prst="rect">
            <a:avLst/>
          </a:prstGeom>
        </p:spPr>
      </p:pic>
      <p:pic>
        <p:nvPicPr>
          <p:cNvPr id="4" name="Picture 3" descr="A diagram of a distribution curve&#10;&#10;AI-generated content may be incorrect.">
            <a:extLst>
              <a:ext uri="{FF2B5EF4-FFF2-40B4-BE49-F238E27FC236}">
                <a16:creationId xmlns:a16="http://schemas.microsoft.com/office/drawing/2014/main" id="{07B96248-9E2A-476E-D5E6-86A01DCD9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40" y="1746013"/>
            <a:ext cx="5092222" cy="320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8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across calibration, monitoring, and anomaly detection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9 / 12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30449" y="2388087"/>
            <a:ext cx="2971800" cy="9326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06230" y="2489861"/>
            <a:ext cx="64008" cy="9326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58216" y="2487168"/>
            <a:ext cx="2971800" cy="9326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487168"/>
            <a:ext cx="64008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28675" y="2570591"/>
            <a:ext cx="2971800" cy="9326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2484475"/>
            <a:ext cx="64008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2" name="Picture 21" descr="A screen shot of a graph&#10;&#10;AI-generated content may be incorrect.">
            <a:extLst>
              <a:ext uri="{FF2B5EF4-FFF2-40B4-BE49-F238E27FC236}">
                <a16:creationId xmlns:a16="http://schemas.microsoft.com/office/drawing/2014/main" id="{9943F1AE-8972-88C0-B5AE-92FF6A6AD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8" y="1357183"/>
            <a:ext cx="8763131" cy="3579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10 / 12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Share — Real-Time Motor Diagnostic Dashboard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9776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Phase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motor in verified healthy state. Record 1000-sample baseline. System computes μ and σ per axis and displays the normal distribution histogram.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800600" y="1783080"/>
            <a:ext cx="39776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394960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live tri-axial vibration telemetry on the scrolling oscilloscope display. All Z-scores remain within ±3σ safe zone during normal operation.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9776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Induction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controlled mechanical load or strike the motor casing. Observe the Z-score spike beyond the 3σ threshold and the immediate critical alert activation.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39776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39496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Recovery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flashes red. Z-score returns to safe zone after load removal, demonstrating system responsiveness and self-recovery without restart.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ARCHITECTURE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hardware–software pipeline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4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97180" y="1463040"/>
            <a:ext cx="1828800" cy="25603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" y="16459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72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8862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8862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MPU-6050 IMU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@ 100 Hz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217420" y="27432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7460" y="1463040"/>
            <a:ext cx="182880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7540" y="16459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75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262890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62890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/ UART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Streaming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457700" y="27432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7740" y="1463040"/>
            <a:ext cx="182880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7820" y="16459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78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86918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86918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Engine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697980" y="274320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8020" y="1463040"/>
            <a:ext cx="1828800" cy="2560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58100" y="16459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81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10946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7109460" y="2880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Plotly.js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29718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data sampled tri-axially at 100 Hz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253746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Byte-packed serial stream to host machine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7777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normalization + anomaly detection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701802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+ alert notification system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HARDWARE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sensor node design and specifications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5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2651760" cy="5029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Xtensa LX6 @ 240 MHz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Flash / 520 KB SRAM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Wi-Fi &amp; Bluetooth 4.2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USB-to-Serial via CP2102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5176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1732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IMU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42900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Inertial Measurement Unit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MEMS Accelerometer (±2/4/8/16 g)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MEMS Gyroscope (±250–2000 °/s)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/ SPI Interface @ 400 kHz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16-bit ADC + DMP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265176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41732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35508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Transmission Interface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Serial @ 115200 baud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byte-pack framing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serial listener thread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Error-checked packet validation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SOFTWARE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&amp; Implementation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and communication architecture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8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832104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8321040" cy="4114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serial listener thread reads ESP32 data stream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Z-Score computation against calibrated μ and σ per axis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endpoints serve live telemetry to frontend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rolling 1000-sample calibration buffer in memory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832104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200400"/>
            <a:ext cx="8321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Streamlit + Plotly.js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Plotly.react() client-side rendering for zero-flicker live charts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100-point telemetry window mimicking oscilloscope display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histogram of calibration data with ±3σ overlays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red critical alert banner triggered on |Z| &gt; 3 detection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1783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0.104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2926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1.28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069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Plotly.js 5.x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5212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PySerial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6355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498080" y="4663440"/>
            <a:ext cx="100584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CONCLUSION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outcomes and planned enhancements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11 / 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1410286"/>
            <a:ext cx="4892040" cy="3383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54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complete hardware-to-dashboard predictive maintenance pipeline.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algorithm with 3σ threshold demonstrated high sensitivity and near-zero false negatives.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model training requirement enables rapid deployment across heterogeneous machinery.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Plotly.js rendering achieved real-time visualization with negligible latency.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is modular, scalable, and extensible to multi-machine monitoring.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486400" y="1417320"/>
            <a:ext cx="329184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4173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669280" y="1828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Z-Score with Isolation Forest or LSTM autoencoders for non-stationary fault patterns.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5486400" y="2560320"/>
            <a:ext cx="329184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256032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OTA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669280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serial UART with Wi-Fi/MQTT for untethered industrial IoT deployment.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486400" y="3703320"/>
            <a:ext cx="329184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3703320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794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Fleet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669280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monitoring to concurrent multi-motor fleet with centralized anomaly dashboard.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200400" y="1627632"/>
            <a:ext cx="27432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Montgomery, D. C. (2019). Introduction to Statistical Quality Control. John Wiley &amp; Sons.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Mobley, R. K. (2002). An Introduction to Predictive Maintenance. Butterworth-Heinemann.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FastAPI Documentation (2023). https://fastapi.tiangolo.com/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Plotly.js Scientific Graphing Library. https://plotly.com/javascript/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0292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Maintenance &amp; Motor Diagnostic System  ·  </a:t>
            </a:r>
            <a:r>
              <a:rPr lang="en-US" sz="9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Second Year Minor Project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12 / 12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Maintenance &amp; Motor Diagnostic System</dc:title>
  <dc:subject>PptxGenJS Presentation</dc:subject>
  <dc:creator>PptxGenJS</dc:creator>
  <cp:revision>101</cp:revision>
  <dcterms:created xsi:type="dcterms:W3CDTF">2026-04-26T10:06:58Z</dcterms:created>
  <dcterms:modified xsi:type="dcterms:W3CDTF">2026-04-29T09:16:08Z</dcterms:modified>
</cp:coreProperties>
</file>